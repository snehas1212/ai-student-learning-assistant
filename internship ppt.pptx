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4"/>
  </p:notesMasterIdLst>
  <p:sldIdLst>
    <p:sldId id="483" r:id="rId2"/>
    <p:sldId id="484" r:id="rId3"/>
    <p:sldId id="470" r:id="rId4"/>
    <p:sldId id="478" r:id="rId5"/>
    <p:sldId id="482" r:id="rId6"/>
    <p:sldId id="488" r:id="rId7"/>
    <p:sldId id="486" r:id="rId8"/>
    <p:sldId id="489" r:id="rId9"/>
    <p:sldId id="485" r:id="rId10"/>
    <p:sldId id="487" r:id="rId11"/>
    <p:sldId id="473" r:id="rId12"/>
    <p:sldId id="468" r:id="rId13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51" d="100"/>
          <a:sy n="51" d="100"/>
        </p:scale>
        <p:origin x="1051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81642" y="2067514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9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Sakthi S</a:t>
            </a:r>
            <a:endParaRPr sz="19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and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Asif Mohamed H.B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 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 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Balakrishnan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 : Dr Bhuvaneshwari Patil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AI-POWERED STUDENT ASSISTANT LEARNING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33501"/>
              </p:ext>
            </p:extLst>
          </p:nvPr>
        </p:nvGraphicFramePr>
        <p:xfrm>
          <a:off x="610298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SNEHA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515" y="136525"/>
            <a:ext cx="9865454" cy="576539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064" y="889233"/>
            <a:ext cx="10640736" cy="4135774"/>
          </a:xfrm>
        </p:spPr>
        <p:txBody>
          <a:bodyPr/>
          <a:lstStyle/>
          <a:p>
            <a:r>
              <a:rPr lang="en-IN" sz="1800" dirty="0"/>
              <a:t>NVIDIA Corporation is a global technology company founded in 1993 and headquartered in Santa Clara, California, USA. It is a pioneer in Graphics Processing Units (GPUs), Artificial Intelligence (AI), accelerated computing, and high-performance computing (HPC), delivering innovative solutions that power modern computing across industries</a:t>
            </a:r>
          </a:p>
          <a:p>
            <a:r>
              <a:rPr lang="en-IN" sz="1800" dirty="0"/>
              <a:t>During my internship at NVIDIA GPU, I gained practical knowledge of Artificial Intelligence (AI), Machine Learning (ML), Deep Learning, and GPU computing. I learned the fundamentals of Python programming, and GPU acceleration techniques for improving computational performance. I also developed an understanding of data preprocessing, model training, and performance evaluation using AI frameworks. Additionally, I enhanced my problem-solving, analytical thinking, teamwork, and technical communication skills by working on hands-on projects, assignments, and collaborative learning activities.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Products : </a:t>
            </a:r>
            <a:r>
              <a:rPr lang="en-IN" sz="1800" dirty="0"/>
              <a:t>Python , NumPy &amp; Pandas , Matplotlib &amp; Seaborn , Scikit-learn, </a:t>
            </a:r>
            <a:r>
              <a:rPr lang="en-IN" sz="1800" dirty="0" err="1"/>
              <a:t>Pytorch</a:t>
            </a:r>
            <a:r>
              <a:rPr lang="en-IN" sz="1800" dirty="0"/>
              <a:t> , TensorFlow , Jupyter Notebook , NVIDIA GPU Architecture , High-Performance Computing (HPC).</a:t>
            </a:r>
          </a:p>
          <a:p>
            <a:r>
              <a:rPr lang="en-IN" sz="1800" dirty="0"/>
              <a:t>Major Clients </a:t>
            </a:r>
            <a:r>
              <a:rPr lang="en-IN" sz="1800" b="1" dirty="0"/>
              <a:t>: </a:t>
            </a:r>
            <a:r>
              <a:rPr lang="en-IN" sz="1800" dirty="0"/>
              <a:t>Microsoft Azure ,Amazon Web Services (AWS),Google Cloud ,OpenAI ,Meta ,Tesla , Dell Technologies ,Lenovo ,Cisco ,Samsung ,BMW Group ,Mercedes-Benz.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528506"/>
            <a:ext cx="7903128" cy="1510017"/>
          </a:xfrm>
        </p:spPr>
        <p:txBody>
          <a:bodyPr/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117" y="369116"/>
            <a:ext cx="11610364" cy="5075339"/>
          </a:xfrm>
        </p:spPr>
        <p:txBody>
          <a:bodyPr/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 : AI-Powered Student Assistant Learning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 :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IN" sz="1400" b="1" dirty="0"/>
              <a:t>PDF-Based Learning</a:t>
            </a:r>
          </a:p>
          <a:p>
            <a:r>
              <a:rPr lang="en-IN" sz="1400" dirty="0"/>
              <a:t>Upload study materials in PDF format.</a:t>
            </a:r>
          </a:p>
          <a:p>
            <a:pPr marL="0" indent="0">
              <a:buNone/>
            </a:pPr>
            <a:r>
              <a:rPr lang="en-IN" sz="1400" b="1" dirty="0"/>
              <a:t>2. AI Content Extraction</a:t>
            </a:r>
          </a:p>
          <a:p>
            <a:r>
              <a:rPr lang="en-IN" sz="1400" dirty="0"/>
              <a:t>Automatically extracts and understands text from uploaded documents. </a:t>
            </a:r>
          </a:p>
          <a:p>
            <a:pPr marL="0" indent="0">
              <a:buNone/>
            </a:pPr>
            <a:r>
              <a:rPr lang="en-IN" sz="1400" b="1" dirty="0"/>
              <a:t>3. Automatic Flashcard Creation</a:t>
            </a:r>
          </a:p>
          <a:p>
            <a:r>
              <a:rPr lang="en-IN" sz="1400" dirty="0"/>
              <a:t>Generates topic-wise flashcards for quick revision and improved memory retention. </a:t>
            </a:r>
          </a:p>
          <a:p>
            <a:pPr marL="0" indent="0">
              <a:buNone/>
            </a:pPr>
            <a:r>
              <a:rPr lang="en-IN" sz="1400" b="1" dirty="0"/>
              <a:t>4. AI-Generated Quizzes</a:t>
            </a:r>
          </a:p>
          <a:p>
            <a:r>
              <a:rPr lang="en-IN" sz="1400" dirty="0"/>
              <a:t>Creates multiple-choice quizzes automatically from the uploaded study material. </a:t>
            </a:r>
          </a:p>
          <a:p>
            <a:pPr marL="0" indent="0">
              <a:buNone/>
            </a:pPr>
            <a:r>
              <a:rPr lang="en-IN" sz="1400" b="1" dirty="0"/>
              <a:t>5. Instant Feedback &amp; Correct Answers</a:t>
            </a:r>
          </a:p>
          <a:p>
            <a:r>
              <a:rPr lang="en-IN" sz="1400" dirty="0"/>
              <a:t>Provides immediate quiz results and displays the correct answer with an explanation for incorrect responses. </a:t>
            </a:r>
          </a:p>
          <a:p>
            <a:pPr marL="0" indent="0">
              <a:buNone/>
            </a:pPr>
            <a:r>
              <a:rPr lang="en-IN" sz="1400" b="1" dirty="0"/>
              <a:t>6. Performance Tracking</a:t>
            </a:r>
          </a:p>
          <a:p>
            <a:r>
              <a:rPr lang="en-IN" sz="1400" dirty="0"/>
              <a:t>Monitors quiz scores, learning progress, and completed topics. </a:t>
            </a:r>
          </a:p>
          <a:p>
            <a:r>
              <a:rPr lang="en-IN" sz="1400" b="1" dirty="0"/>
              <a:t>7. Leaderboard</a:t>
            </a:r>
          </a:p>
          <a:p>
            <a:r>
              <a:rPr lang="en-IN" sz="1400" dirty="0"/>
              <a:t>Displays student rankings based on quiz performance to encourage healthy competition. 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B7F51-6D71-2B29-0645-D23F0C855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361" y="721453"/>
            <a:ext cx="5159822" cy="263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8540692" cy="1166069"/>
          </a:xfrm>
        </p:spPr>
        <p:txBody>
          <a:bodyPr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062" y="1333850"/>
            <a:ext cx="10791738" cy="3908711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work:</a:t>
            </a:r>
          </a:p>
          <a:p>
            <a:pPr marL="0" indent="0">
              <a:buNone/>
            </a:pPr>
            <a:r>
              <a:rPr lang="en-IN" sz="2000" b="1" dirty="0"/>
              <a:t>1.Automate Learning from PDF Documents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Develop an AI-powered system that extracts content from uploaded PDF study materials and automatically generates key points, flashcards, and quizzes. </a:t>
            </a:r>
          </a:p>
          <a:p>
            <a:pPr marL="0" indent="0">
              <a:buNone/>
            </a:pPr>
            <a:r>
              <a:rPr lang="en-IN" sz="2000" b="1" dirty="0"/>
              <a:t>2. Enhance Student Learning Experience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Provide personalized and interactive learning through AI-generated summaries, revision flashcards, instant quiz feedback, and correct answer explanations. </a:t>
            </a:r>
          </a:p>
          <a:p>
            <a:pPr marL="0" indent="0">
              <a:buNone/>
            </a:pPr>
            <a:r>
              <a:rPr lang="en-IN" sz="2000" b="1" dirty="0"/>
              <a:t>3. Improve Student Performance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Monitor learning progress using quizzes and leaderboards, helping students identify knowledge gaps and strengthen their understanding through continuous assessment. 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AFB9-5905-9A01-D8AF-F0E4B76F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3985"/>
          </a:xfrm>
        </p:spPr>
        <p:txBody>
          <a:bodyPr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work: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CBA9B-A6C9-3283-12C7-841115E0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30510"/>
            <a:ext cx="10889609" cy="5612235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1.Smart Learning and Revision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Enables students to upload PDF study materials and automatically generate key points, flashcards, and quizzes for efficient learning and quick revision. </a:t>
            </a:r>
          </a:p>
          <a:p>
            <a:pPr marL="0" indent="0">
              <a:buNone/>
            </a:pPr>
            <a:r>
              <a:rPr lang="en-IN" sz="2400" b="1" dirty="0"/>
              <a:t>2. Self-Assessment and Knowledge Improvement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Helps students evaluate their understanding through AI-generated quizzes, providing instant feedback, correct answers, and explanations to strengthen conceptual knowledge. </a:t>
            </a:r>
          </a:p>
          <a:p>
            <a:pPr marL="0" indent="0">
              <a:buNone/>
            </a:pPr>
            <a:r>
              <a:rPr lang="en-IN" sz="2400" b="1" dirty="0"/>
              <a:t>3. Performance Monitoring and Engagement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Tracks learning progress using quiz scores and leaderboards, encouraging continuous learning, healthy competition, and improved academic performance.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C9C1F-3442-A037-2ACA-78697519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727" y="5629014"/>
            <a:ext cx="10993073" cy="1092462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8374167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9174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4" y="629174"/>
            <a:ext cx="10724626" cy="6694415"/>
          </a:xfrm>
        </p:spPr>
        <p:txBody>
          <a:bodyPr/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Study Material Upload PDF, DOCX, TXT, or Image files.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Extraction Extract text using Py PDF, Py Mu PDF, or OCR.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 Send extracted text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LLMA models.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summaries, flashcards, and quizzes.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Assessment Student attempts AI-generated MCQs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evaluates responses automatically.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Identify weak topics.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exam readiness score.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study plans and AI tutor feedback.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Store summaries, quiz results, and analytics in SQLite/PostgreSQL.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the student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01BB-D4FB-37B9-6F9A-EEA91C53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80843"/>
            <a:ext cx="10515600" cy="2038524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/ Course Description 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3E747-6920-36FF-C369-92F89765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83" y="402672"/>
            <a:ext cx="10884017" cy="5830348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Methodology – Core Modules</a:t>
            </a:r>
          </a:p>
          <a:p>
            <a:pPr marL="0" indent="0">
              <a:buNone/>
            </a:pPr>
            <a:r>
              <a:rPr lang="en-IN" sz="1600" dirty="0"/>
              <a:t> File Processing</a:t>
            </a:r>
          </a:p>
          <a:p>
            <a:pPr marL="0" indent="0">
              <a:buNone/>
            </a:pPr>
            <a:r>
              <a:rPr lang="en-IN" sz="1600" dirty="0"/>
              <a:t>• Supports PDF, DOCX, TXT, MD, PNG, and JPG file formats.</a:t>
            </a:r>
          </a:p>
          <a:p>
            <a:pPr marL="0" indent="0">
              <a:buNone/>
            </a:pPr>
            <a:r>
              <a:rPr lang="en-IN" sz="1600" dirty="0"/>
              <a:t>AI Content Generation</a:t>
            </a:r>
          </a:p>
          <a:p>
            <a:pPr marL="0" indent="0">
              <a:buNone/>
            </a:pPr>
            <a:r>
              <a:rPr lang="en-IN" sz="1600" dirty="0"/>
              <a:t>• Processes extracted content using </a:t>
            </a:r>
            <a:r>
              <a:rPr lang="en-IN" sz="1600" dirty="0" err="1"/>
              <a:t>Groq</a:t>
            </a:r>
            <a:r>
              <a:rPr lang="en-IN" sz="1600" dirty="0"/>
              <a:t>  LLMA models.</a:t>
            </a:r>
          </a:p>
          <a:p>
            <a:pPr marL="0" indent="0">
              <a:buNone/>
            </a:pPr>
            <a:r>
              <a:rPr lang="en-IN" sz="1600" dirty="0"/>
              <a:t>• Generates summaries, flashcards, revision notes, and quizzes.</a:t>
            </a:r>
          </a:p>
          <a:p>
            <a:pPr marL="0" indent="0">
              <a:buNone/>
            </a:pPr>
            <a:r>
              <a:rPr lang="en-IN" sz="1600" dirty="0"/>
              <a:t>Quiz &amp; Assessment</a:t>
            </a:r>
          </a:p>
          <a:p>
            <a:pPr marL="0" indent="0">
              <a:buNone/>
            </a:pPr>
            <a:r>
              <a:rPr lang="en-IN" sz="1600" dirty="0"/>
              <a:t>• Creates adaptive MCQs based on uploaded study materials.</a:t>
            </a:r>
          </a:p>
          <a:p>
            <a:pPr marL="0" indent="0">
              <a:buNone/>
            </a:pPr>
            <a:r>
              <a:rPr lang="en-IN" sz="1600" dirty="0"/>
              <a:t>• Evaluates student responses and calculates quiz scores.</a:t>
            </a:r>
          </a:p>
          <a:p>
            <a:pPr marL="0" indent="0">
              <a:buNone/>
            </a:pPr>
            <a:r>
              <a:rPr lang="en-IN" sz="1600" dirty="0"/>
              <a:t> Performance Analysis</a:t>
            </a:r>
          </a:p>
          <a:p>
            <a:pPr marL="0" indent="0">
              <a:buNone/>
            </a:pPr>
            <a:r>
              <a:rPr lang="en-IN" sz="1600" dirty="0"/>
              <a:t>• Identifies weak topics and exam readiness.</a:t>
            </a:r>
          </a:p>
          <a:p>
            <a:pPr marL="0" indent="0">
              <a:buNone/>
            </a:pPr>
            <a:r>
              <a:rPr lang="en-IN" sz="1600" dirty="0"/>
              <a:t>• Generates personalized study plans and AI tutor feedback.</a:t>
            </a:r>
          </a:p>
          <a:p>
            <a:pPr marL="0" indent="0">
              <a:buNone/>
            </a:pPr>
            <a:r>
              <a:rPr lang="en-IN" sz="1600" dirty="0"/>
              <a:t> Data Management</a:t>
            </a:r>
          </a:p>
          <a:p>
            <a:pPr marL="0" indent="0">
              <a:buNone/>
            </a:pPr>
            <a:r>
              <a:rPr lang="en-IN" sz="1600" dirty="0"/>
              <a:t>• Stores study materials, quiz history, analytics, and user progress.</a:t>
            </a:r>
          </a:p>
          <a:p>
            <a:pPr marL="0" indent="0">
              <a:buNone/>
            </a:pPr>
            <a:r>
              <a:rPr lang="en-IN" sz="1600" dirty="0"/>
              <a:t>• Displays results through an interactive dashboard.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3D9D5-9917-F9F6-A893-77E53F7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320641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11061"/>
            <a:ext cx="10515600" cy="1107347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352339"/>
            <a:ext cx="10515600" cy="5368953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1.Improved Learning Efficiency</a:t>
            </a:r>
          </a:p>
          <a:p>
            <a:pPr marL="0" indent="0">
              <a:buNone/>
            </a:pPr>
            <a:r>
              <a:rPr lang="en-IN" sz="2000" dirty="0"/>
              <a:t>Reduced the time required for studying by automatically generating concise summaries, flashcards, and quizzes from uploaded PDF documents.</a:t>
            </a:r>
          </a:p>
          <a:p>
            <a:pPr marL="0" indent="0">
              <a:buNone/>
            </a:pPr>
            <a:r>
              <a:rPr lang="en-IN" sz="2000" b="1" dirty="0"/>
              <a:t>2.Instant Error Correction</a:t>
            </a:r>
          </a:p>
          <a:p>
            <a:pPr marL="0" indent="0">
              <a:buNone/>
            </a:pPr>
            <a:r>
              <a:rPr lang="en-IN" sz="2000" dirty="0"/>
              <a:t>Helped students learn from mistakes by displaying the correct answer and a brief explanation immediately after an incorrect response.</a:t>
            </a:r>
          </a:p>
          <a:p>
            <a:pPr marL="0" indent="0">
              <a:buNone/>
            </a:pPr>
            <a:r>
              <a:rPr lang="en-IN" sz="2000" b="1" dirty="0"/>
              <a:t>3.Simplified Study Process</a:t>
            </a:r>
          </a:p>
          <a:p>
            <a:pPr marL="0" indent="0">
              <a:buNone/>
            </a:pPr>
            <a:r>
              <a:rPr lang="en-IN" sz="2000" dirty="0"/>
              <a:t>Transformed lengthy PDF documents into structured learning resources, making revision faster and more effective.</a:t>
            </a:r>
          </a:p>
          <a:p>
            <a:pPr marL="0" indent="0">
              <a:buNone/>
            </a:pPr>
            <a:r>
              <a:rPr lang="en-IN" sz="2000" b="1" dirty="0"/>
              <a:t>4.Enhanced Academic Performance</a:t>
            </a:r>
          </a:p>
          <a:p>
            <a:pPr marL="0" indent="0">
              <a:buNone/>
            </a:pPr>
            <a:r>
              <a:rPr lang="en-IN" sz="2000" dirty="0"/>
              <a:t>Encouraged continuous self-assessment, resulting in better understanding, improved confidence, and higher learning outcomes.</a:t>
            </a:r>
          </a:p>
          <a:p>
            <a:pPr marL="0" indent="0">
              <a:buNone/>
            </a:pPr>
            <a:r>
              <a:rPr lang="en-IN" sz="2000" b="1" dirty="0"/>
              <a:t>5. Efficient AI-Based Automation</a:t>
            </a:r>
          </a:p>
          <a:p>
            <a:pPr marL="0" indent="0">
              <a:buNone/>
            </a:pPr>
            <a:r>
              <a:rPr lang="en-IN" sz="2000" dirty="0"/>
              <a:t>Successfully automated content extraction, summarization, quiz generation, and performance evaluation, minimizing manual effort.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5501"/>
            <a:ext cx="10515600" cy="872455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989901"/>
            <a:ext cx="10515600" cy="4422734"/>
          </a:xfrm>
        </p:spPr>
        <p:txBody>
          <a:bodyPr/>
          <a:lstStyle/>
          <a:p>
            <a:r>
              <a:rPr lang="en-US" sz="2000" dirty="0"/>
              <a:t>Successfully developed an AI-powered Student Assistant Learning Platform to enhance the learning experience.</a:t>
            </a:r>
          </a:p>
          <a:p>
            <a:r>
              <a:rPr lang="en-US" sz="2000" dirty="0"/>
              <a:t>Simplifies studying by generating flashcards, quizzes, key points, and summaries from uploaded PDFs.</a:t>
            </a:r>
          </a:p>
          <a:p>
            <a:r>
              <a:rPr lang="en-US" sz="2000" dirty="0"/>
              <a:t>Provides instant feedback and correct answers to improve understanding and knowledge retention.</a:t>
            </a:r>
          </a:p>
          <a:p>
            <a:r>
              <a:rPr lang="en-US" sz="2000" dirty="0"/>
              <a:t>Encourages continuous learning through leaderboards and interactive assessments.</a:t>
            </a:r>
          </a:p>
          <a:p>
            <a:r>
              <a:rPr lang="en-US" sz="2000" dirty="0"/>
              <a:t>Demonstrates the effective use of Artificial Intelligence in making education more personalized, engaging, and efficient.</a:t>
            </a:r>
          </a:p>
          <a:p>
            <a:r>
              <a:rPr lang="nn-NO" sz="2000" dirty="0"/>
              <a:t>GitHub Profile  : https://github.com/SnehaS1212</a:t>
            </a:r>
          </a:p>
          <a:p>
            <a:pPr marL="0" indent="0">
              <a:buNone/>
            </a:pPr>
            <a:r>
              <a:rPr lang="en-US" sz="2000" dirty="0"/>
              <a:t>     Repository : https://github.com/SnehaS1212/ai-student-learning-assistant</a:t>
            </a: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8248</TotalTime>
  <Words>1088</Words>
  <Application>Microsoft Office PowerPoint</Application>
  <PresentationFormat>Widescreen</PresentationFormat>
  <Paragraphs>127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</vt:lpstr>
      <vt:lpstr>Objectives of the work</vt:lpstr>
      <vt:lpstr>Usage of work:</vt:lpstr>
      <vt:lpstr>Methodology Used / Course Description </vt:lpstr>
      <vt:lpstr>Methodology Used / Course Description </vt:lpstr>
      <vt:lpstr>Results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Anuj Kumar</cp:lastModifiedBy>
  <cp:revision>945</cp:revision>
  <cp:lastPrinted>2018-07-24T06:37:20Z</cp:lastPrinted>
  <dcterms:created xsi:type="dcterms:W3CDTF">2018-06-07T04:06:17Z</dcterms:created>
  <dcterms:modified xsi:type="dcterms:W3CDTF">2026-08-11T16:55:14Z</dcterms:modified>
</cp:coreProperties>
</file>